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61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561120"/>
            <a:ext cx="2743200" cy="27432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accent2">
                <a:alpha val="7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9728" cy="228600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TrueNeighbour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Stronger Communities- Unite Locally ,Grow Globally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461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Mutual Aid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324612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2461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Help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92040" y="324612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2461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324612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2461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7FB3D3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ABSTRACT COGNITORS </a:t>
            </a:r>
            <a:r>
              <a:rPr lang="en-US" sz="1200" b="1" kern="0" spc="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b="1" kern="0" spc="300" dirty="0">
                <a:solidFill>
                  <a:srgbClr val="7FB3D3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FOSS HACK•  2026</a:t>
            </a:r>
            <a:endParaRPr lang="en-US" sz="1200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A9528D-827B-4D4F-442B-AE9D8F580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24385" y="-399171"/>
            <a:ext cx="6702136" cy="5143500"/>
          </a:xfrm>
          <a:prstGeom prst="rect">
            <a:avLst/>
          </a:prstGeom>
        </p:spPr>
      </p:pic>
      <p:sp>
        <p:nvSpPr>
          <p:cNvPr id="18" name="Shape 1">
            <a:extLst>
              <a:ext uri="{FF2B5EF4-FFF2-40B4-BE49-F238E27FC236}">
                <a16:creationId xmlns:a16="http://schemas.microsoft.com/office/drawing/2014/main" id="{4013637A-1BA4-2412-E05F-E7456E32D3BE}"/>
              </a:ext>
            </a:extLst>
          </p:cNvPr>
          <p:cNvSpPr/>
          <p:nvPr/>
        </p:nvSpPr>
        <p:spPr>
          <a:xfrm>
            <a:off x="1705393" y="-1417320"/>
            <a:ext cx="2743200" cy="27432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chemeClr val="accent2">
                <a:alpha val="7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  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don't know who needs help nearby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202082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84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platform for local mutual aid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261518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786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reliable community members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320954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72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for commitments made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380390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67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bonds are weakening in cities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79392" y="23774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7E22"/>
                </a:solidFill>
              </a:rPr>
              <a:t>➜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37760" y="77724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F5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38928" y="1426464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community help request feed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38928" y="2020824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984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 trusted identities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38928" y="2615184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5786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confirm request fulfillment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38928" y="3209544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172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score system for accountability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38928" y="3803904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767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posts, history &amp; badges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— OTP Login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02204" y="763524"/>
            <a:ext cx="1765554" cy="41605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3657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804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26187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0" y="126187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02352" y="1307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Registration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02352" y="157276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mobile number to get started — no email needed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213055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13055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167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📩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02352" y="2176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02352" y="244144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6-digit OTP via SMS — no passwords, ever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99923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299923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035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02352" y="30449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02352" y="331012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is tied to your real phone number for trust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86791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386791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904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02352" y="39136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417880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users can post or claim requests</a:t>
            </a:r>
            <a:endParaRPr lang="en-US" sz="950" dirty="0"/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0E34FE35-5EFB-E67D-52D3-99AC2FB60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624527CF-5056-A743-B614-C75DF893A7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28A4D254-99CE-4ADE-A5AE-F71D67BD2B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2593438" cy="259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A467349-E5ED-D53D-D7BB-6360DEF75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04" y="749808"/>
            <a:ext cx="1872234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Feed — Community Requests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58318" y="622144"/>
            <a:ext cx="1929683" cy="4288184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Main Feed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61872"/>
            <a:ext cx="64008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93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13248" y="128930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13248" y="1527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 shows requester name, merit score, time posted, and a brief description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64008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39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13248" y="203911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22768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Tools, Transport, Education, Grocery, Medical — filterable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76148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61488"/>
            <a:ext cx="64008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889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13248" y="27889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Levels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3026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urgency clearly visible on each card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51129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11296"/>
            <a:ext cx="64008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3538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 Help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3776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claim a request and notify the requester instantly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261104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261104"/>
            <a:ext cx="64008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2885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13248" y="42885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Request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13248" y="4526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Quick-access button to create a new help request from the feed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6102AF-7A30-CE15-7F52-01C8CBBD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18" y="644828"/>
            <a:ext cx="1929683" cy="4288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 Request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48972" y="694368"/>
            <a:ext cx="1897182" cy="421596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 Fields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61872"/>
            <a:ext cx="64008" cy="7680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1316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31536" y="1316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31536" y="1591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summary of what you need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57984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57984"/>
            <a:ext cx="64008" cy="7680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22128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31536" y="2212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31536" y="24871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- context helps helpers respond faster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5409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54096"/>
            <a:ext cx="64008" cy="7680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3108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31536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31536" y="3383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· GENERAL · FOOD · MEDICAL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950208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950208"/>
            <a:ext cx="64008" cy="7680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40050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31536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31536" y="4279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LNORMAL · URGENT · CRITICAL — sets priority visibility in feed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846320"/>
            <a:ext cx="4114800" cy="182880"/>
          </a:xfrm>
          <a:prstGeom prst="roundRect">
            <a:avLst>
              <a:gd name="adj" fmla="val 25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D8D235-808E-05C5-D313-F18DE4FE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972" y="694368"/>
            <a:ext cx="1897182" cy="4215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56006" y="721986"/>
            <a:ext cx="1872449" cy="4188342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28032" y="13716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claimed it yet - visible to community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02996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12140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stepped up - their name is shown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77977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287121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871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confirmed the help was received successfully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F5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611880"/>
            <a:ext cx="64008" cy="12984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 Completion Flow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40050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request is CLAIMED, you can see who claimed it and their merit score. After help is received, tap 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"Confirm Completed"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closes the request and updates both users' history.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36F567-CDF7-5C57-5383-32A9B991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006" y="721986"/>
            <a:ext cx="1872449" cy="4160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Claims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90410" y="755435"/>
            <a:ext cx="1871768" cy="41605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61872"/>
            <a:ext cx="64008" cy="6400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13248" y="12984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You've Claimed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13248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where you stepped up to help are listed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64008" cy="6400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482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13248" y="20482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Details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requester's name, merit score, and contact info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76148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61488"/>
            <a:ext cx="64008" cy="6400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980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13248" y="27980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Confirmation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30358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helping, you wait for the requester to confirm completion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51129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11296"/>
            <a:ext cx="64008" cy="6400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47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35478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Claims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confirmed helps appear here with merit earned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261104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261104"/>
            <a:ext cx="64008" cy="6400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297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13248" y="42976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Impact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13248" y="45354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confirmed help boosts your merit score visible to all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4069530-0D7E-F65D-540D-9F5E53BA1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10" y="759654"/>
            <a:ext cx="1871768" cy="4159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505242" y="749808"/>
            <a:ext cx="1870895" cy="41605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History Screen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61872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13248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You Made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13248" y="1572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you posted — open, claimed, and completed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08483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84832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13248" y="21396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You Provided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23957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times you stepped in for community members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07792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13248" y="29626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Changes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points logged for every activity — full transparency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730752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730752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37856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Commitments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40416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but didn't follow through — shown in red with penalty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136A8D9-5C46-A18A-CA93-BB02826A7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243" y="749808"/>
            <a:ext cx="1870895" cy="41714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&amp; Badges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89888" y="749808"/>
            <a:ext cx="1872233" cy="41605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A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89888" y="749808"/>
            <a:ext cx="1872233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8823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Score Logic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42646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426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+3 to +10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14264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someone (confirmed by requester)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5623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92938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29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−5 to −15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19293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but not following through (missed)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591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243230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−10 to −20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2432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for misconduct by community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6207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293522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935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29352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 request (no merit change)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66463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You Can Earn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984674"/>
            <a:ext cx="95097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99381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0" y="428642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79008" y="3984674"/>
            <a:ext cx="95097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5779008" y="399381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79008" y="428642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03136" y="3984674"/>
            <a:ext cx="95097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03136" y="399381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/>
              <a:t>🏆</a:t>
            </a:r>
          </a:p>
        </p:txBody>
      </p:sp>
      <p:sp>
        <p:nvSpPr>
          <p:cNvPr id="36" name="Text 34"/>
          <p:cNvSpPr/>
          <p:nvPr/>
        </p:nvSpPr>
        <p:spPr>
          <a:xfrm>
            <a:off x="6803136" y="428642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Champion</a:t>
            </a:r>
          </a:p>
        </p:txBody>
      </p:sp>
      <p:sp>
        <p:nvSpPr>
          <p:cNvPr id="37" name="Shape 35"/>
          <p:cNvSpPr/>
          <p:nvPr/>
        </p:nvSpPr>
        <p:spPr>
          <a:xfrm>
            <a:off x="7827264" y="3984674"/>
            <a:ext cx="95097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27264" y="399381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⭐</a:t>
            </a:r>
          </a:p>
        </p:txBody>
      </p:sp>
      <p:sp>
        <p:nvSpPr>
          <p:cNvPr id="39" name="Text 37"/>
          <p:cNvSpPr/>
          <p:nvPr/>
        </p:nvSpPr>
        <p:spPr>
          <a:xfrm>
            <a:off x="7827264" y="428642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legend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0334427-FF5A-EECA-FC76-E4D95C1CD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749808"/>
            <a:ext cx="187223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114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749808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Account Settings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19" y="1234440"/>
            <a:ext cx="3744097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34440"/>
            <a:ext cx="92676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7" y="1261872"/>
            <a:ext cx="34846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 (Name, Photo, Bio)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19" y="1828800"/>
            <a:ext cx="3744097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0EB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92676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7" y="1856232"/>
            <a:ext cx="34846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updates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19" y="2423160"/>
            <a:ext cx="3744097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0EB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92676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7" y="2450592"/>
            <a:ext cx="34846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19" y="3017520"/>
            <a:ext cx="3744097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0EB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17520"/>
            <a:ext cx="92676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7" y="3044952"/>
            <a:ext cx="34846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Preferences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19" y="3611880"/>
            <a:ext cx="3744097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0EB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4846320" y="3611880"/>
            <a:ext cx="92676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7" y="3639312"/>
            <a:ext cx="34846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FAQs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5F9871D-0229-46F1-952D-A88CE3FE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067" y="749808"/>
            <a:ext cx="1890522" cy="416052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9594FC6-DEE7-D1E2-6545-6C658B0BD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56" y="749808"/>
            <a:ext cx="187223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Key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11880" y="1042416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069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1472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709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1051560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81228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📩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4813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Highlights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68880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OTP-based verified login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468880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68880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468880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Hyper-local community feed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999232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99232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99232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Post with category &amp; urgency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999232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999232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2999232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Claim &amp; confirm request 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529584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529584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3529584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Merit score system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62072" y="4137660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62072" y="4137660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4137660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Badges for community service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557016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557016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557016"/>
            <a:ext cx="400507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Complete activity history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7823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TrueNeighbour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 Locally ,Grow Globally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664</Words>
  <Application>Microsoft Office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Cascadia Code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TrueNeighbour</dc:title>
  <dc:subject>PptxGenJS Presentation</dc:subject>
  <dc:creator>PptxGenJS</dc:creator>
  <cp:lastModifiedBy>Tanmay Swain</cp:lastModifiedBy>
  <cp:revision>4</cp:revision>
  <dcterms:created xsi:type="dcterms:W3CDTF">2026-03-27T05:37:59Z</dcterms:created>
  <dcterms:modified xsi:type="dcterms:W3CDTF">2026-03-31T18:30:22Z</dcterms:modified>
</cp:coreProperties>
</file>